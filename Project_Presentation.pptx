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2">
        <a:tint val="75000"/>
      </a:schemeClr>
      <a:schemeClr val="accent3">
        <a:tint val="75000"/>
      </a:schemeClr>
      <a:schemeClr val="accent4">
        <a:tint val="75000"/>
      </a:schemeClr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158BE1-319F-4337-A4E6-CA24A222CDEA}" type="doc">
      <dgm:prSet loTypeId="urn:microsoft.com/office/officeart/2005/8/layout/process5" loCatId="process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7EA62D6B-51D5-4F94-B90D-7AAD0D7DDE8D}">
      <dgm:prSet phldrT="[Text]"/>
      <dgm:spPr/>
      <dgm:t>
        <a:bodyPr/>
        <a:lstStyle/>
        <a:p>
          <a:r>
            <a:rPr lang="en-IN" dirty="0"/>
            <a:t>Boot Event Data </a:t>
          </a:r>
        </a:p>
      </dgm:t>
    </dgm:pt>
    <dgm:pt modelId="{4F479FDB-1C98-4328-AA66-740F4FF062DF}" type="parTrans" cxnId="{335C648C-9ED6-4B40-A841-F8ED4A2E390B}">
      <dgm:prSet/>
      <dgm:spPr/>
      <dgm:t>
        <a:bodyPr/>
        <a:lstStyle/>
        <a:p>
          <a:endParaRPr lang="en-IN"/>
        </a:p>
      </dgm:t>
    </dgm:pt>
    <dgm:pt modelId="{076ACF9B-A021-4FD7-ABA0-82F639241111}" type="sibTrans" cxnId="{335C648C-9ED6-4B40-A841-F8ED4A2E390B}">
      <dgm:prSet/>
      <dgm:spPr/>
      <dgm:t>
        <a:bodyPr/>
        <a:lstStyle/>
        <a:p>
          <a:endParaRPr lang="en-IN"/>
        </a:p>
      </dgm:t>
    </dgm:pt>
    <dgm:pt modelId="{31968B3D-B7B3-416C-8552-089CEDECEEA6}">
      <dgm:prSet phldrT="[Text]"/>
      <dgm:spPr/>
      <dgm:t>
        <a:bodyPr/>
        <a:lstStyle/>
        <a:p>
          <a:r>
            <a:rPr lang="en-IN" dirty="0"/>
            <a:t>Cleaning/Grouping </a:t>
          </a:r>
        </a:p>
      </dgm:t>
    </dgm:pt>
    <dgm:pt modelId="{7FA7D067-8144-4C29-84B8-4D3D74316671}" type="parTrans" cxnId="{C81B73D1-3D9B-4DCA-8C40-41E016A66C40}">
      <dgm:prSet/>
      <dgm:spPr/>
      <dgm:t>
        <a:bodyPr/>
        <a:lstStyle/>
        <a:p>
          <a:endParaRPr lang="en-IN"/>
        </a:p>
      </dgm:t>
    </dgm:pt>
    <dgm:pt modelId="{C625DFF4-B99A-4AB0-86EC-03CBD0E73186}" type="sibTrans" cxnId="{C81B73D1-3D9B-4DCA-8C40-41E016A66C40}">
      <dgm:prSet/>
      <dgm:spPr/>
      <dgm:t>
        <a:bodyPr/>
        <a:lstStyle/>
        <a:p>
          <a:endParaRPr lang="en-IN"/>
        </a:p>
      </dgm:t>
    </dgm:pt>
    <dgm:pt modelId="{E27C28FB-DF2E-48AC-912A-7407B2F2397A}">
      <dgm:prSet phldrT="[Text]"/>
      <dgm:spPr/>
      <dgm:t>
        <a:bodyPr/>
        <a:lstStyle/>
        <a:p>
          <a:r>
            <a:rPr lang="en-IN" dirty="0"/>
            <a:t>Frequency Distribution </a:t>
          </a:r>
        </a:p>
      </dgm:t>
    </dgm:pt>
    <dgm:pt modelId="{3B9DCA48-2530-49C9-BD91-DA9BE3E2E4C2}" type="parTrans" cxnId="{A9E42DEB-989C-4F99-93BF-042CD0FD125A}">
      <dgm:prSet/>
      <dgm:spPr/>
      <dgm:t>
        <a:bodyPr/>
        <a:lstStyle/>
        <a:p>
          <a:endParaRPr lang="en-IN"/>
        </a:p>
      </dgm:t>
    </dgm:pt>
    <dgm:pt modelId="{849B70E4-F16A-4314-98BD-70332B869A60}" type="sibTrans" cxnId="{A9E42DEB-989C-4F99-93BF-042CD0FD125A}">
      <dgm:prSet/>
      <dgm:spPr/>
      <dgm:t>
        <a:bodyPr/>
        <a:lstStyle/>
        <a:p>
          <a:endParaRPr lang="en-IN"/>
        </a:p>
      </dgm:t>
    </dgm:pt>
    <dgm:pt modelId="{FBECDB21-55B1-4DD4-AF4E-D4E0D871A4B1}">
      <dgm:prSet phldrT="[Text]"/>
      <dgm:spPr/>
      <dgm:t>
        <a:bodyPr/>
        <a:lstStyle/>
        <a:p>
          <a:r>
            <a:rPr lang="en-IN" dirty="0"/>
            <a:t>Distribution Analysis</a:t>
          </a:r>
        </a:p>
      </dgm:t>
    </dgm:pt>
    <dgm:pt modelId="{2EB67C9F-8E48-429A-A373-973944061E49}" type="parTrans" cxnId="{133CB4A7-081F-4919-9FB5-F25D30DAD446}">
      <dgm:prSet/>
      <dgm:spPr/>
      <dgm:t>
        <a:bodyPr/>
        <a:lstStyle/>
        <a:p>
          <a:endParaRPr lang="en-IN"/>
        </a:p>
      </dgm:t>
    </dgm:pt>
    <dgm:pt modelId="{FD5B64D7-D048-43C9-8A33-F23680E3974C}" type="sibTrans" cxnId="{133CB4A7-081F-4919-9FB5-F25D30DAD446}">
      <dgm:prSet/>
      <dgm:spPr/>
      <dgm:t>
        <a:bodyPr/>
        <a:lstStyle/>
        <a:p>
          <a:endParaRPr lang="en-IN"/>
        </a:p>
      </dgm:t>
    </dgm:pt>
    <dgm:pt modelId="{AA69E405-7ACD-4FE2-9E2C-7623239A8472}">
      <dgm:prSet phldrT="[Text]"/>
      <dgm:spPr/>
      <dgm:t>
        <a:bodyPr/>
        <a:lstStyle/>
        <a:p>
          <a:r>
            <a:rPr lang="en-IN" dirty="0"/>
            <a:t>Trend Analysis </a:t>
          </a:r>
        </a:p>
      </dgm:t>
    </dgm:pt>
    <dgm:pt modelId="{B1708166-68B2-417E-AFC0-1E0C6D7737A8}" type="parTrans" cxnId="{974AE4A0-3903-4CFA-B01D-79FDD37497E4}">
      <dgm:prSet/>
      <dgm:spPr/>
      <dgm:t>
        <a:bodyPr/>
        <a:lstStyle/>
        <a:p>
          <a:endParaRPr lang="en-IN"/>
        </a:p>
      </dgm:t>
    </dgm:pt>
    <dgm:pt modelId="{6C111992-90DE-4FC5-8B4B-053DEF339750}" type="sibTrans" cxnId="{974AE4A0-3903-4CFA-B01D-79FDD37497E4}">
      <dgm:prSet/>
      <dgm:spPr/>
      <dgm:t>
        <a:bodyPr/>
        <a:lstStyle/>
        <a:p>
          <a:endParaRPr lang="en-IN"/>
        </a:p>
      </dgm:t>
    </dgm:pt>
    <dgm:pt modelId="{B0B3F646-B4D7-466E-9425-7A6DD9C8F1DE}">
      <dgm:prSet phldrT="[Text]"/>
      <dgm:spPr/>
      <dgm:t>
        <a:bodyPr/>
        <a:lstStyle/>
        <a:p>
          <a:r>
            <a:rPr lang="en-IN" dirty="0"/>
            <a:t>Abnormal Pattern Identification </a:t>
          </a:r>
        </a:p>
      </dgm:t>
    </dgm:pt>
    <dgm:pt modelId="{35DDE1B2-F124-462C-ADB6-773423F80A50}" type="parTrans" cxnId="{290FB8B2-4DA2-4455-9BEA-8C6490EB8A64}">
      <dgm:prSet/>
      <dgm:spPr/>
      <dgm:t>
        <a:bodyPr/>
        <a:lstStyle/>
        <a:p>
          <a:endParaRPr lang="en-IN"/>
        </a:p>
      </dgm:t>
    </dgm:pt>
    <dgm:pt modelId="{CDAA0CD3-D19A-4043-BF4E-5ABB4ECCF686}" type="sibTrans" cxnId="{290FB8B2-4DA2-4455-9BEA-8C6490EB8A64}">
      <dgm:prSet/>
      <dgm:spPr/>
      <dgm:t>
        <a:bodyPr/>
        <a:lstStyle/>
        <a:p>
          <a:endParaRPr lang="en-IN"/>
        </a:p>
      </dgm:t>
    </dgm:pt>
    <dgm:pt modelId="{A5BAC8FA-27FC-4856-8772-C9DCF8F31FBD}">
      <dgm:prSet phldrT="[Text]"/>
      <dgm:spPr/>
      <dgm:t>
        <a:bodyPr/>
        <a:lstStyle/>
        <a:p>
          <a:r>
            <a:rPr lang="en-IN" dirty="0"/>
            <a:t>Maintenance Insights</a:t>
          </a:r>
        </a:p>
      </dgm:t>
    </dgm:pt>
    <dgm:pt modelId="{619FDAED-85BD-41D7-8343-50AB0ACD9072}" type="parTrans" cxnId="{C8D9875F-EE4B-44E4-A229-A37A25D68E2C}">
      <dgm:prSet/>
      <dgm:spPr/>
      <dgm:t>
        <a:bodyPr/>
        <a:lstStyle/>
        <a:p>
          <a:endParaRPr lang="en-IN"/>
        </a:p>
      </dgm:t>
    </dgm:pt>
    <dgm:pt modelId="{42449A1F-59E1-4E12-9B55-D3C793AFA4D1}" type="sibTrans" cxnId="{C8D9875F-EE4B-44E4-A229-A37A25D68E2C}">
      <dgm:prSet/>
      <dgm:spPr/>
      <dgm:t>
        <a:bodyPr/>
        <a:lstStyle/>
        <a:p>
          <a:endParaRPr lang="en-IN"/>
        </a:p>
      </dgm:t>
    </dgm:pt>
    <dgm:pt modelId="{B4CE3432-AB8E-4F6F-89D8-D9898BAD6E19}" type="pres">
      <dgm:prSet presAssocID="{A7158BE1-319F-4337-A4E6-CA24A222CDEA}" presName="diagram" presStyleCnt="0">
        <dgm:presLayoutVars>
          <dgm:dir/>
          <dgm:resizeHandles val="exact"/>
        </dgm:presLayoutVars>
      </dgm:prSet>
      <dgm:spPr/>
    </dgm:pt>
    <dgm:pt modelId="{6B57692E-C4A5-45F3-9593-E5B1A3E9ED4F}" type="pres">
      <dgm:prSet presAssocID="{7EA62D6B-51D5-4F94-B90D-7AAD0D7DDE8D}" presName="node" presStyleLbl="node1" presStyleIdx="0" presStyleCnt="7">
        <dgm:presLayoutVars>
          <dgm:bulletEnabled val="1"/>
        </dgm:presLayoutVars>
      </dgm:prSet>
      <dgm:spPr/>
    </dgm:pt>
    <dgm:pt modelId="{0BF5A92F-C5D2-499E-8113-2BC777A7D144}" type="pres">
      <dgm:prSet presAssocID="{076ACF9B-A021-4FD7-ABA0-82F639241111}" presName="sibTrans" presStyleLbl="sibTrans2D1" presStyleIdx="0" presStyleCnt="6"/>
      <dgm:spPr/>
    </dgm:pt>
    <dgm:pt modelId="{FECB383E-611A-462A-A637-724DE352FA14}" type="pres">
      <dgm:prSet presAssocID="{076ACF9B-A021-4FD7-ABA0-82F639241111}" presName="connectorText" presStyleLbl="sibTrans2D1" presStyleIdx="0" presStyleCnt="6"/>
      <dgm:spPr/>
    </dgm:pt>
    <dgm:pt modelId="{5C449129-B97D-4BB4-8FCE-86AE4D917C30}" type="pres">
      <dgm:prSet presAssocID="{31968B3D-B7B3-416C-8552-089CEDECEEA6}" presName="node" presStyleLbl="node1" presStyleIdx="1" presStyleCnt="7">
        <dgm:presLayoutVars>
          <dgm:bulletEnabled val="1"/>
        </dgm:presLayoutVars>
      </dgm:prSet>
      <dgm:spPr/>
    </dgm:pt>
    <dgm:pt modelId="{78DFFEEF-F0F6-4B89-BBDE-D728F6E86961}" type="pres">
      <dgm:prSet presAssocID="{C625DFF4-B99A-4AB0-86EC-03CBD0E73186}" presName="sibTrans" presStyleLbl="sibTrans2D1" presStyleIdx="1" presStyleCnt="6"/>
      <dgm:spPr/>
    </dgm:pt>
    <dgm:pt modelId="{15B379B6-81E0-46BB-8FED-A08A3027BA6D}" type="pres">
      <dgm:prSet presAssocID="{C625DFF4-B99A-4AB0-86EC-03CBD0E73186}" presName="connectorText" presStyleLbl="sibTrans2D1" presStyleIdx="1" presStyleCnt="6"/>
      <dgm:spPr/>
    </dgm:pt>
    <dgm:pt modelId="{59AD36CD-373B-4364-AADF-44884A25D515}" type="pres">
      <dgm:prSet presAssocID="{E27C28FB-DF2E-48AC-912A-7407B2F2397A}" presName="node" presStyleLbl="node1" presStyleIdx="2" presStyleCnt="7">
        <dgm:presLayoutVars>
          <dgm:bulletEnabled val="1"/>
        </dgm:presLayoutVars>
      </dgm:prSet>
      <dgm:spPr/>
    </dgm:pt>
    <dgm:pt modelId="{89DD52C4-35A8-4209-B01D-3960B48D220D}" type="pres">
      <dgm:prSet presAssocID="{849B70E4-F16A-4314-98BD-70332B869A60}" presName="sibTrans" presStyleLbl="sibTrans2D1" presStyleIdx="2" presStyleCnt="6"/>
      <dgm:spPr/>
    </dgm:pt>
    <dgm:pt modelId="{E075437D-9006-4F48-9309-35B216B7C9FD}" type="pres">
      <dgm:prSet presAssocID="{849B70E4-F16A-4314-98BD-70332B869A60}" presName="connectorText" presStyleLbl="sibTrans2D1" presStyleIdx="2" presStyleCnt="6"/>
      <dgm:spPr/>
    </dgm:pt>
    <dgm:pt modelId="{4B1C76C2-6040-4708-A47E-FBEC246C38CE}" type="pres">
      <dgm:prSet presAssocID="{FBECDB21-55B1-4DD4-AF4E-D4E0D871A4B1}" presName="node" presStyleLbl="node1" presStyleIdx="3" presStyleCnt="7">
        <dgm:presLayoutVars>
          <dgm:bulletEnabled val="1"/>
        </dgm:presLayoutVars>
      </dgm:prSet>
      <dgm:spPr/>
    </dgm:pt>
    <dgm:pt modelId="{5AD5F334-FAD0-4F5D-80DB-F66FFF1A120C}" type="pres">
      <dgm:prSet presAssocID="{FD5B64D7-D048-43C9-8A33-F23680E3974C}" presName="sibTrans" presStyleLbl="sibTrans2D1" presStyleIdx="3" presStyleCnt="6"/>
      <dgm:spPr/>
    </dgm:pt>
    <dgm:pt modelId="{C9484FE0-4012-48ED-9AB3-71E28AFAACBF}" type="pres">
      <dgm:prSet presAssocID="{FD5B64D7-D048-43C9-8A33-F23680E3974C}" presName="connectorText" presStyleLbl="sibTrans2D1" presStyleIdx="3" presStyleCnt="6"/>
      <dgm:spPr/>
    </dgm:pt>
    <dgm:pt modelId="{D5B05369-71E8-40E5-AD70-F23EC29518CE}" type="pres">
      <dgm:prSet presAssocID="{AA69E405-7ACD-4FE2-9E2C-7623239A8472}" presName="node" presStyleLbl="node1" presStyleIdx="4" presStyleCnt="7">
        <dgm:presLayoutVars>
          <dgm:bulletEnabled val="1"/>
        </dgm:presLayoutVars>
      </dgm:prSet>
      <dgm:spPr/>
    </dgm:pt>
    <dgm:pt modelId="{EEC29F08-B75F-46F6-A7B1-3F8C5A4007C9}" type="pres">
      <dgm:prSet presAssocID="{6C111992-90DE-4FC5-8B4B-053DEF339750}" presName="sibTrans" presStyleLbl="sibTrans2D1" presStyleIdx="4" presStyleCnt="6"/>
      <dgm:spPr/>
    </dgm:pt>
    <dgm:pt modelId="{5E8395AB-DB51-4141-863A-D6AFB2B8F23D}" type="pres">
      <dgm:prSet presAssocID="{6C111992-90DE-4FC5-8B4B-053DEF339750}" presName="connectorText" presStyleLbl="sibTrans2D1" presStyleIdx="4" presStyleCnt="6"/>
      <dgm:spPr/>
    </dgm:pt>
    <dgm:pt modelId="{06A11A10-1952-4C1A-9B75-AECD98B13AFB}" type="pres">
      <dgm:prSet presAssocID="{B0B3F646-B4D7-466E-9425-7A6DD9C8F1DE}" presName="node" presStyleLbl="node1" presStyleIdx="5" presStyleCnt="7">
        <dgm:presLayoutVars>
          <dgm:bulletEnabled val="1"/>
        </dgm:presLayoutVars>
      </dgm:prSet>
      <dgm:spPr/>
    </dgm:pt>
    <dgm:pt modelId="{220E0C61-B8DD-40E4-8A2D-F8FF7E4D2EB0}" type="pres">
      <dgm:prSet presAssocID="{CDAA0CD3-D19A-4043-BF4E-5ABB4ECCF686}" presName="sibTrans" presStyleLbl="sibTrans2D1" presStyleIdx="5" presStyleCnt="6"/>
      <dgm:spPr/>
    </dgm:pt>
    <dgm:pt modelId="{545910A1-3BD1-4DE9-B84A-5D1B10027D32}" type="pres">
      <dgm:prSet presAssocID="{CDAA0CD3-D19A-4043-BF4E-5ABB4ECCF686}" presName="connectorText" presStyleLbl="sibTrans2D1" presStyleIdx="5" presStyleCnt="6"/>
      <dgm:spPr/>
    </dgm:pt>
    <dgm:pt modelId="{1D03D94B-88BD-4DC7-B857-8AC81A9FD876}" type="pres">
      <dgm:prSet presAssocID="{A5BAC8FA-27FC-4856-8772-C9DCF8F31FBD}" presName="node" presStyleLbl="node1" presStyleIdx="6" presStyleCnt="7">
        <dgm:presLayoutVars>
          <dgm:bulletEnabled val="1"/>
        </dgm:presLayoutVars>
      </dgm:prSet>
      <dgm:spPr/>
    </dgm:pt>
  </dgm:ptLst>
  <dgm:cxnLst>
    <dgm:cxn modelId="{2FABCF10-749E-46D4-9803-F1FC88A2EB4E}" type="presOf" srcId="{CDAA0CD3-D19A-4043-BF4E-5ABB4ECCF686}" destId="{545910A1-3BD1-4DE9-B84A-5D1B10027D32}" srcOrd="1" destOrd="0" presId="urn:microsoft.com/office/officeart/2005/8/layout/process5"/>
    <dgm:cxn modelId="{C3B92415-D340-4E55-BF06-82C44DB32715}" type="presOf" srcId="{076ACF9B-A021-4FD7-ABA0-82F639241111}" destId="{0BF5A92F-C5D2-499E-8113-2BC777A7D144}" srcOrd="0" destOrd="0" presId="urn:microsoft.com/office/officeart/2005/8/layout/process5"/>
    <dgm:cxn modelId="{95638F1C-E4E5-4093-B3B2-8EB7EE604248}" type="presOf" srcId="{C625DFF4-B99A-4AB0-86EC-03CBD0E73186}" destId="{15B379B6-81E0-46BB-8FED-A08A3027BA6D}" srcOrd="1" destOrd="0" presId="urn:microsoft.com/office/officeart/2005/8/layout/process5"/>
    <dgm:cxn modelId="{74A7BA22-D491-4437-985E-D962F4C40A03}" type="presOf" srcId="{6C111992-90DE-4FC5-8B4B-053DEF339750}" destId="{EEC29F08-B75F-46F6-A7B1-3F8C5A4007C9}" srcOrd="0" destOrd="0" presId="urn:microsoft.com/office/officeart/2005/8/layout/process5"/>
    <dgm:cxn modelId="{9BEE902F-36DB-4CF6-B0F7-D2B04F0315E8}" type="presOf" srcId="{076ACF9B-A021-4FD7-ABA0-82F639241111}" destId="{FECB383E-611A-462A-A637-724DE352FA14}" srcOrd="1" destOrd="0" presId="urn:microsoft.com/office/officeart/2005/8/layout/process5"/>
    <dgm:cxn modelId="{B8ECE238-9669-4912-9180-1B174C3255AD}" type="presOf" srcId="{6C111992-90DE-4FC5-8B4B-053DEF339750}" destId="{5E8395AB-DB51-4141-863A-D6AFB2B8F23D}" srcOrd="1" destOrd="0" presId="urn:microsoft.com/office/officeart/2005/8/layout/process5"/>
    <dgm:cxn modelId="{41BE5C3D-9626-4856-ADE4-E622DBB8572D}" type="presOf" srcId="{849B70E4-F16A-4314-98BD-70332B869A60}" destId="{E075437D-9006-4F48-9309-35B216B7C9FD}" srcOrd="1" destOrd="0" presId="urn:microsoft.com/office/officeart/2005/8/layout/process5"/>
    <dgm:cxn modelId="{C8D9875F-EE4B-44E4-A229-A37A25D68E2C}" srcId="{A7158BE1-319F-4337-A4E6-CA24A222CDEA}" destId="{A5BAC8FA-27FC-4856-8772-C9DCF8F31FBD}" srcOrd="6" destOrd="0" parTransId="{619FDAED-85BD-41D7-8343-50AB0ACD9072}" sibTransId="{42449A1F-59E1-4E12-9B55-D3C793AFA4D1}"/>
    <dgm:cxn modelId="{2FF98F61-205B-4D3D-B386-CE789DE82AE5}" type="presOf" srcId="{A5BAC8FA-27FC-4856-8772-C9DCF8F31FBD}" destId="{1D03D94B-88BD-4DC7-B857-8AC81A9FD876}" srcOrd="0" destOrd="0" presId="urn:microsoft.com/office/officeart/2005/8/layout/process5"/>
    <dgm:cxn modelId="{FDFC9F43-401F-49B4-B741-6ECF3A89A969}" type="presOf" srcId="{C625DFF4-B99A-4AB0-86EC-03CBD0E73186}" destId="{78DFFEEF-F0F6-4B89-BBDE-D728F6E86961}" srcOrd="0" destOrd="0" presId="urn:microsoft.com/office/officeart/2005/8/layout/process5"/>
    <dgm:cxn modelId="{973AE066-52DA-4BE7-933D-1D583A9A0A67}" type="presOf" srcId="{FBECDB21-55B1-4DD4-AF4E-D4E0D871A4B1}" destId="{4B1C76C2-6040-4708-A47E-FBEC246C38CE}" srcOrd="0" destOrd="0" presId="urn:microsoft.com/office/officeart/2005/8/layout/process5"/>
    <dgm:cxn modelId="{1273B04F-3FDD-4AE6-9E39-D9F87345954D}" type="presOf" srcId="{E27C28FB-DF2E-48AC-912A-7407B2F2397A}" destId="{59AD36CD-373B-4364-AADF-44884A25D515}" srcOrd="0" destOrd="0" presId="urn:microsoft.com/office/officeart/2005/8/layout/process5"/>
    <dgm:cxn modelId="{22AF4177-AADB-4883-A707-A514C3CAA049}" type="presOf" srcId="{AA69E405-7ACD-4FE2-9E2C-7623239A8472}" destId="{D5B05369-71E8-40E5-AD70-F23EC29518CE}" srcOrd="0" destOrd="0" presId="urn:microsoft.com/office/officeart/2005/8/layout/process5"/>
    <dgm:cxn modelId="{ED8A6D78-3913-4018-8ED2-368A93C2344C}" type="presOf" srcId="{7EA62D6B-51D5-4F94-B90D-7AAD0D7DDE8D}" destId="{6B57692E-C4A5-45F3-9593-E5B1A3E9ED4F}" srcOrd="0" destOrd="0" presId="urn:microsoft.com/office/officeart/2005/8/layout/process5"/>
    <dgm:cxn modelId="{335C648C-9ED6-4B40-A841-F8ED4A2E390B}" srcId="{A7158BE1-319F-4337-A4E6-CA24A222CDEA}" destId="{7EA62D6B-51D5-4F94-B90D-7AAD0D7DDE8D}" srcOrd="0" destOrd="0" parTransId="{4F479FDB-1C98-4328-AA66-740F4FF062DF}" sibTransId="{076ACF9B-A021-4FD7-ABA0-82F639241111}"/>
    <dgm:cxn modelId="{81FFB891-519C-4F87-B579-70C3E68BDC4A}" type="presOf" srcId="{FD5B64D7-D048-43C9-8A33-F23680E3974C}" destId="{C9484FE0-4012-48ED-9AB3-71E28AFAACBF}" srcOrd="1" destOrd="0" presId="urn:microsoft.com/office/officeart/2005/8/layout/process5"/>
    <dgm:cxn modelId="{29A7469F-20D7-49A7-A409-63A374CCDEAD}" type="presOf" srcId="{A7158BE1-319F-4337-A4E6-CA24A222CDEA}" destId="{B4CE3432-AB8E-4F6F-89D8-D9898BAD6E19}" srcOrd="0" destOrd="0" presId="urn:microsoft.com/office/officeart/2005/8/layout/process5"/>
    <dgm:cxn modelId="{974AE4A0-3903-4CFA-B01D-79FDD37497E4}" srcId="{A7158BE1-319F-4337-A4E6-CA24A222CDEA}" destId="{AA69E405-7ACD-4FE2-9E2C-7623239A8472}" srcOrd="4" destOrd="0" parTransId="{B1708166-68B2-417E-AFC0-1E0C6D7737A8}" sibTransId="{6C111992-90DE-4FC5-8B4B-053DEF339750}"/>
    <dgm:cxn modelId="{1A7FE3A3-3BBA-48B9-8692-36F66C465B4D}" type="presOf" srcId="{B0B3F646-B4D7-466E-9425-7A6DD9C8F1DE}" destId="{06A11A10-1952-4C1A-9B75-AECD98B13AFB}" srcOrd="0" destOrd="0" presId="urn:microsoft.com/office/officeart/2005/8/layout/process5"/>
    <dgm:cxn modelId="{133CB4A7-081F-4919-9FB5-F25D30DAD446}" srcId="{A7158BE1-319F-4337-A4E6-CA24A222CDEA}" destId="{FBECDB21-55B1-4DD4-AF4E-D4E0D871A4B1}" srcOrd="3" destOrd="0" parTransId="{2EB67C9F-8E48-429A-A373-973944061E49}" sibTransId="{FD5B64D7-D048-43C9-8A33-F23680E3974C}"/>
    <dgm:cxn modelId="{290FB8B2-4DA2-4455-9BEA-8C6490EB8A64}" srcId="{A7158BE1-319F-4337-A4E6-CA24A222CDEA}" destId="{B0B3F646-B4D7-466E-9425-7A6DD9C8F1DE}" srcOrd="5" destOrd="0" parTransId="{35DDE1B2-F124-462C-ADB6-773423F80A50}" sibTransId="{CDAA0CD3-D19A-4043-BF4E-5ABB4ECCF686}"/>
    <dgm:cxn modelId="{C81B73D1-3D9B-4DCA-8C40-41E016A66C40}" srcId="{A7158BE1-319F-4337-A4E6-CA24A222CDEA}" destId="{31968B3D-B7B3-416C-8552-089CEDECEEA6}" srcOrd="1" destOrd="0" parTransId="{7FA7D067-8144-4C29-84B8-4D3D74316671}" sibTransId="{C625DFF4-B99A-4AB0-86EC-03CBD0E73186}"/>
    <dgm:cxn modelId="{8F5859D5-49F3-48BC-8809-E3A6F7B4FAAD}" type="presOf" srcId="{FD5B64D7-D048-43C9-8A33-F23680E3974C}" destId="{5AD5F334-FAD0-4F5D-80DB-F66FFF1A120C}" srcOrd="0" destOrd="0" presId="urn:microsoft.com/office/officeart/2005/8/layout/process5"/>
    <dgm:cxn modelId="{C42E10D6-ED28-4F80-9AB1-8811564DCB43}" type="presOf" srcId="{31968B3D-B7B3-416C-8552-089CEDECEEA6}" destId="{5C449129-B97D-4BB4-8FCE-86AE4D917C30}" srcOrd="0" destOrd="0" presId="urn:microsoft.com/office/officeart/2005/8/layout/process5"/>
    <dgm:cxn modelId="{29B31DDA-2029-4779-A2E6-E7917E1920D8}" type="presOf" srcId="{849B70E4-F16A-4314-98BD-70332B869A60}" destId="{89DD52C4-35A8-4209-B01D-3960B48D220D}" srcOrd="0" destOrd="0" presId="urn:microsoft.com/office/officeart/2005/8/layout/process5"/>
    <dgm:cxn modelId="{A9E42DEB-989C-4F99-93BF-042CD0FD125A}" srcId="{A7158BE1-319F-4337-A4E6-CA24A222CDEA}" destId="{E27C28FB-DF2E-48AC-912A-7407B2F2397A}" srcOrd="2" destOrd="0" parTransId="{3B9DCA48-2530-49C9-BD91-DA9BE3E2E4C2}" sibTransId="{849B70E4-F16A-4314-98BD-70332B869A60}"/>
    <dgm:cxn modelId="{E815A4FA-A730-4B73-989F-B510B0C19643}" type="presOf" srcId="{CDAA0CD3-D19A-4043-BF4E-5ABB4ECCF686}" destId="{220E0C61-B8DD-40E4-8A2D-F8FF7E4D2EB0}" srcOrd="0" destOrd="0" presId="urn:microsoft.com/office/officeart/2005/8/layout/process5"/>
    <dgm:cxn modelId="{BD26C54B-3325-4BF2-9C12-78938EB215E8}" type="presParOf" srcId="{B4CE3432-AB8E-4F6F-89D8-D9898BAD6E19}" destId="{6B57692E-C4A5-45F3-9593-E5B1A3E9ED4F}" srcOrd="0" destOrd="0" presId="urn:microsoft.com/office/officeart/2005/8/layout/process5"/>
    <dgm:cxn modelId="{45FFA655-AB19-448E-87AA-1394B29F742E}" type="presParOf" srcId="{B4CE3432-AB8E-4F6F-89D8-D9898BAD6E19}" destId="{0BF5A92F-C5D2-499E-8113-2BC777A7D144}" srcOrd="1" destOrd="0" presId="urn:microsoft.com/office/officeart/2005/8/layout/process5"/>
    <dgm:cxn modelId="{0645626E-8F52-419C-9811-D1FF53C4A0C7}" type="presParOf" srcId="{0BF5A92F-C5D2-499E-8113-2BC777A7D144}" destId="{FECB383E-611A-462A-A637-724DE352FA14}" srcOrd="0" destOrd="0" presId="urn:microsoft.com/office/officeart/2005/8/layout/process5"/>
    <dgm:cxn modelId="{73D5CCD7-3377-4ACA-AF6F-454D54439A47}" type="presParOf" srcId="{B4CE3432-AB8E-4F6F-89D8-D9898BAD6E19}" destId="{5C449129-B97D-4BB4-8FCE-86AE4D917C30}" srcOrd="2" destOrd="0" presId="urn:microsoft.com/office/officeart/2005/8/layout/process5"/>
    <dgm:cxn modelId="{EA2F0DF7-BED8-4838-9F04-0284650B5376}" type="presParOf" srcId="{B4CE3432-AB8E-4F6F-89D8-D9898BAD6E19}" destId="{78DFFEEF-F0F6-4B89-BBDE-D728F6E86961}" srcOrd="3" destOrd="0" presId="urn:microsoft.com/office/officeart/2005/8/layout/process5"/>
    <dgm:cxn modelId="{C48FF929-04F9-4FB8-BC83-62C71ADE9547}" type="presParOf" srcId="{78DFFEEF-F0F6-4B89-BBDE-D728F6E86961}" destId="{15B379B6-81E0-46BB-8FED-A08A3027BA6D}" srcOrd="0" destOrd="0" presId="urn:microsoft.com/office/officeart/2005/8/layout/process5"/>
    <dgm:cxn modelId="{98110741-B9FC-4C4B-A484-BD5DBBCB06F1}" type="presParOf" srcId="{B4CE3432-AB8E-4F6F-89D8-D9898BAD6E19}" destId="{59AD36CD-373B-4364-AADF-44884A25D515}" srcOrd="4" destOrd="0" presId="urn:microsoft.com/office/officeart/2005/8/layout/process5"/>
    <dgm:cxn modelId="{39F327D9-13E2-422D-99A4-AE55248E8DFE}" type="presParOf" srcId="{B4CE3432-AB8E-4F6F-89D8-D9898BAD6E19}" destId="{89DD52C4-35A8-4209-B01D-3960B48D220D}" srcOrd="5" destOrd="0" presId="urn:microsoft.com/office/officeart/2005/8/layout/process5"/>
    <dgm:cxn modelId="{9D41DD6B-A539-4DC9-976B-C7E167865A31}" type="presParOf" srcId="{89DD52C4-35A8-4209-B01D-3960B48D220D}" destId="{E075437D-9006-4F48-9309-35B216B7C9FD}" srcOrd="0" destOrd="0" presId="urn:microsoft.com/office/officeart/2005/8/layout/process5"/>
    <dgm:cxn modelId="{6A6D8ED8-157F-4301-82E6-D1698B04A74C}" type="presParOf" srcId="{B4CE3432-AB8E-4F6F-89D8-D9898BAD6E19}" destId="{4B1C76C2-6040-4708-A47E-FBEC246C38CE}" srcOrd="6" destOrd="0" presId="urn:microsoft.com/office/officeart/2005/8/layout/process5"/>
    <dgm:cxn modelId="{C9ECD553-B26E-424D-9E94-44B94B25CAFD}" type="presParOf" srcId="{B4CE3432-AB8E-4F6F-89D8-D9898BAD6E19}" destId="{5AD5F334-FAD0-4F5D-80DB-F66FFF1A120C}" srcOrd="7" destOrd="0" presId="urn:microsoft.com/office/officeart/2005/8/layout/process5"/>
    <dgm:cxn modelId="{78707C8F-5F8F-45F2-ACCC-13FC26B74631}" type="presParOf" srcId="{5AD5F334-FAD0-4F5D-80DB-F66FFF1A120C}" destId="{C9484FE0-4012-48ED-9AB3-71E28AFAACBF}" srcOrd="0" destOrd="0" presId="urn:microsoft.com/office/officeart/2005/8/layout/process5"/>
    <dgm:cxn modelId="{2DF9C039-4210-4C2F-B45A-FC299EE7387E}" type="presParOf" srcId="{B4CE3432-AB8E-4F6F-89D8-D9898BAD6E19}" destId="{D5B05369-71E8-40E5-AD70-F23EC29518CE}" srcOrd="8" destOrd="0" presId="urn:microsoft.com/office/officeart/2005/8/layout/process5"/>
    <dgm:cxn modelId="{9E5A875A-7CD1-4755-B50A-5B7805750019}" type="presParOf" srcId="{B4CE3432-AB8E-4F6F-89D8-D9898BAD6E19}" destId="{EEC29F08-B75F-46F6-A7B1-3F8C5A4007C9}" srcOrd="9" destOrd="0" presId="urn:microsoft.com/office/officeart/2005/8/layout/process5"/>
    <dgm:cxn modelId="{2EA42BC9-8CA7-4FBB-9C71-B9BF74034D17}" type="presParOf" srcId="{EEC29F08-B75F-46F6-A7B1-3F8C5A4007C9}" destId="{5E8395AB-DB51-4141-863A-D6AFB2B8F23D}" srcOrd="0" destOrd="0" presId="urn:microsoft.com/office/officeart/2005/8/layout/process5"/>
    <dgm:cxn modelId="{437F37A9-22EB-4ED6-8639-9D92E60EAF9C}" type="presParOf" srcId="{B4CE3432-AB8E-4F6F-89D8-D9898BAD6E19}" destId="{06A11A10-1952-4C1A-9B75-AECD98B13AFB}" srcOrd="10" destOrd="0" presId="urn:microsoft.com/office/officeart/2005/8/layout/process5"/>
    <dgm:cxn modelId="{803DAB9E-E21F-4A7D-8258-5C3C2A9355AB}" type="presParOf" srcId="{B4CE3432-AB8E-4F6F-89D8-D9898BAD6E19}" destId="{220E0C61-B8DD-40E4-8A2D-F8FF7E4D2EB0}" srcOrd="11" destOrd="0" presId="urn:microsoft.com/office/officeart/2005/8/layout/process5"/>
    <dgm:cxn modelId="{0680E84E-B56C-4816-AC08-60ABC4CA94EE}" type="presParOf" srcId="{220E0C61-B8DD-40E4-8A2D-F8FF7E4D2EB0}" destId="{545910A1-3BD1-4DE9-B84A-5D1B10027D32}" srcOrd="0" destOrd="0" presId="urn:microsoft.com/office/officeart/2005/8/layout/process5"/>
    <dgm:cxn modelId="{F3CAD85F-0074-4FA5-8EB2-66AA7B727271}" type="presParOf" srcId="{B4CE3432-AB8E-4F6F-89D8-D9898BAD6E19}" destId="{1D03D94B-88BD-4DC7-B857-8AC81A9FD876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57692E-C4A5-45F3-9593-E5B1A3E9ED4F}">
      <dsp:nvSpPr>
        <dsp:cNvPr id="0" name=""/>
        <dsp:cNvSpPr/>
      </dsp:nvSpPr>
      <dsp:spPr>
        <a:xfrm>
          <a:off x="5012" y="723162"/>
          <a:ext cx="2191671" cy="13150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Boot Event Data </a:t>
          </a:r>
        </a:p>
      </dsp:txBody>
      <dsp:txXfrm>
        <a:off x="43527" y="761677"/>
        <a:ext cx="2114641" cy="1237973"/>
      </dsp:txXfrm>
    </dsp:sp>
    <dsp:sp modelId="{0BF5A92F-C5D2-499E-8113-2BC777A7D144}">
      <dsp:nvSpPr>
        <dsp:cNvPr id="0" name=""/>
        <dsp:cNvSpPr/>
      </dsp:nvSpPr>
      <dsp:spPr>
        <a:xfrm>
          <a:off x="2389551" y="1108896"/>
          <a:ext cx="464634" cy="5435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>
        <a:off x="2389551" y="1217603"/>
        <a:ext cx="325244" cy="326120"/>
      </dsp:txXfrm>
    </dsp:sp>
    <dsp:sp modelId="{5C449129-B97D-4BB4-8FCE-86AE4D917C30}">
      <dsp:nvSpPr>
        <dsp:cNvPr id="0" name=""/>
        <dsp:cNvSpPr/>
      </dsp:nvSpPr>
      <dsp:spPr>
        <a:xfrm>
          <a:off x="3073353" y="723162"/>
          <a:ext cx="2191671" cy="13150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Cleaning/Grouping </a:t>
          </a:r>
        </a:p>
      </dsp:txBody>
      <dsp:txXfrm>
        <a:off x="3111868" y="761677"/>
        <a:ext cx="2114641" cy="1237973"/>
      </dsp:txXfrm>
    </dsp:sp>
    <dsp:sp modelId="{78DFFEEF-F0F6-4B89-BBDE-D728F6E86961}">
      <dsp:nvSpPr>
        <dsp:cNvPr id="0" name=""/>
        <dsp:cNvSpPr/>
      </dsp:nvSpPr>
      <dsp:spPr>
        <a:xfrm>
          <a:off x="5457892" y="1108896"/>
          <a:ext cx="464634" cy="5435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>
        <a:off x="5457892" y="1217603"/>
        <a:ext cx="325244" cy="326120"/>
      </dsp:txXfrm>
    </dsp:sp>
    <dsp:sp modelId="{59AD36CD-373B-4364-AADF-44884A25D515}">
      <dsp:nvSpPr>
        <dsp:cNvPr id="0" name=""/>
        <dsp:cNvSpPr/>
      </dsp:nvSpPr>
      <dsp:spPr>
        <a:xfrm>
          <a:off x="6141693" y="723162"/>
          <a:ext cx="2191671" cy="13150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Frequency Distribution </a:t>
          </a:r>
        </a:p>
      </dsp:txBody>
      <dsp:txXfrm>
        <a:off x="6180208" y="761677"/>
        <a:ext cx="2114641" cy="1237973"/>
      </dsp:txXfrm>
    </dsp:sp>
    <dsp:sp modelId="{89DD52C4-35A8-4209-B01D-3960B48D220D}">
      <dsp:nvSpPr>
        <dsp:cNvPr id="0" name=""/>
        <dsp:cNvSpPr/>
      </dsp:nvSpPr>
      <dsp:spPr>
        <a:xfrm>
          <a:off x="8526232" y="1108896"/>
          <a:ext cx="464634" cy="5435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>
        <a:off x="8526232" y="1217603"/>
        <a:ext cx="325244" cy="326120"/>
      </dsp:txXfrm>
    </dsp:sp>
    <dsp:sp modelId="{4B1C76C2-6040-4708-A47E-FBEC246C38CE}">
      <dsp:nvSpPr>
        <dsp:cNvPr id="0" name=""/>
        <dsp:cNvSpPr/>
      </dsp:nvSpPr>
      <dsp:spPr>
        <a:xfrm>
          <a:off x="9210034" y="723162"/>
          <a:ext cx="2191671" cy="13150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Distribution Analysis</a:t>
          </a:r>
        </a:p>
      </dsp:txBody>
      <dsp:txXfrm>
        <a:off x="9248549" y="761677"/>
        <a:ext cx="2114641" cy="1237973"/>
      </dsp:txXfrm>
    </dsp:sp>
    <dsp:sp modelId="{5AD5F334-FAD0-4F5D-80DB-F66FFF1A120C}">
      <dsp:nvSpPr>
        <dsp:cNvPr id="0" name=""/>
        <dsp:cNvSpPr/>
      </dsp:nvSpPr>
      <dsp:spPr>
        <a:xfrm rot="5400000">
          <a:off x="10073553" y="2191582"/>
          <a:ext cx="464634" cy="5435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 rot="-5400000">
        <a:off x="10142810" y="2231032"/>
        <a:ext cx="326120" cy="325244"/>
      </dsp:txXfrm>
    </dsp:sp>
    <dsp:sp modelId="{D5B05369-71E8-40E5-AD70-F23EC29518CE}">
      <dsp:nvSpPr>
        <dsp:cNvPr id="0" name=""/>
        <dsp:cNvSpPr/>
      </dsp:nvSpPr>
      <dsp:spPr>
        <a:xfrm>
          <a:off x="9210034" y="2914834"/>
          <a:ext cx="2191671" cy="13150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Trend Analysis </a:t>
          </a:r>
        </a:p>
      </dsp:txBody>
      <dsp:txXfrm>
        <a:off x="9248549" y="2953349"/>
        <a:ext cx="2114641" cy="1237973"/>
      </dsp:txXfrm>
    </dsp:sp>
    <dsp:sp modelId="{EEC29F08-B75F-46F6-A7B1-3F8C5A4007C9}">
      <dsp:nvSpPr>
        <dsp:cNvPr id="0" name=""/>
        <dsp:cNvSpPr/>
      </dsp:nvSpPr>
      <dsp:spPr>
        <a:xfrm rot="10800000">
          <a:off x="8552532" y="3300568"/>
          <a:ext cx="464634" cy="5435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 rot="10800000">
        <a:off x="8691922" y="3409275"/>
        <a:ext cx="325244" cy="326120"/>
      </dsp:txXfrm>
    </dsp:sp>
    <dsp:sp modelId="{06A11A10-1952-4C1A-9B75-AECD98B13AFB}">
      <dsp:nvSpPr>
        <dsp:cNvPr id="0" name=""/>
        <dsp:cNvSpPr/>
      </dsp:nvSpPr>
      <dsp:spPr>
        <a:xfrm>
          <a:off x="6141693" y="2914834"/>
          <a:ext cx="2191671" cy="13150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Abnormal Pattern Identification </a:t>
          </a:r>
        </a:p>
      </dsp:txBody>
      <dsp:txXfrm>
        <a:off x="6180208" y="2953349"/>
        <a:ext cx="2114641" cy="1237973"/>
      </dsp:txXfrm>
    </dsp:sp>
    <dsp:sp modelId="{220E0C61-B8DD-40E4-8A2D-F8FF7E4D2EB0}">
      <dsp:nvSpPr>
        <dsp:cNvPr id="0" name=""/>
        <dsp:cNvSpPr/>
      </dsp:nvSpPr>
      <dsp:spPr>
        <a:xfrm rot="10800000">
          <a:off x="5484192" y="3300568"/>
          <a:ext cx="464634" cy="5435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 rot="10800000">
        <a:off x="5623582" y="3409275"/>
        <a:ext cx="325244" cy="326120"/>
      </dsp:txXfrm>
    </dsp:sp>
    <dsp:sp modelId="{1D03D94B-88BD-4DC7-B857-8AC81A9FD876}">
      <dsp:nvSpPr>
        <dsp:cNvPr id="0" name=""/>
        <dsp:cNvSpPr/>
      </dsp:nvSpPr>
      <dsp:spPr>
        <a:xfrm>
          <a:off x="3073353" y="2914834"/>
          <a:ext cx="2191671" cy="13150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Maintenance Insights</a:t>
          </a:r>
        </a:p>
      </dsp:txBody>
      <dsp:txXfrm>
        <a:off x="3111868" y="2953349"/>
        <a:ext cx="2114641" cy="12379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100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798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876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150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96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046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795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059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42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127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261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47452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05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7708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423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7579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319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7487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56222" y="1828800"/>
            <a:ext cx="914051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Meter Boot Reason Statistical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5380" y="3246120"/>
            <a:ext cx="675075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event analytics for reliability and failure monitoring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440825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/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or unusual reboot/boot behavior can indicate operational problems.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event datasets can hide important patterns unless they are summarized statistically.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dominant causes and deviations helps prioritize monitoring and maintenance.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267252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a large smart-meter boot-event dataset to understand device behavior, dominant boot causes, and abnormal patterns.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 converts raw event logs into statistical evidence that can support reliability analysis and predictive-maintenance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297216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Processed and grouped boot events by reason/category.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frequency distributions to identify dominant causes.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normal-distribution/bell-curve analysis to understand the spread of observations.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trend analysis to identify changes and recurring behavior.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normal patterns with abnormal observations to identify potential failure indicators.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findings into actionable monitoring and predictive-maintenance insights.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418210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9B7A0D0-F27E-8EC4-802C-12957ED59A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8374484"/>
              </p:ext>
            </p:extLst>
          </p:nvPr>
        </p:nvGraphicFramePr>
        <p:xfrm>
          <a:off x="392640" y="1259578"/>
          <a:ext cx="11406719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270708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Distribution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Distribution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395492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/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2M+ smart-meter boot events.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dominant boot causes and abnormal behavior patterns.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Produced data-driven indicators useful for proactive failure monitoring.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280525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anomaly scoring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forecasting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Device-level health scores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reports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predictive-maintenance models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24279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Meter Boot Reason Statistical Analysis demonstrates practical application of data/AI engineering concepts.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emphasizes measurable problem-solving, clear workflows, and scalable thinking.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Public-facing materials intentionally exclude confidential or proprietary implementation details.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</TotalTime>
  <Words>276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Times New Roman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Om vinayak</cp:lastModifiedBy>
  <cp:revision>2</cp:revision>
  <dcterms:created xsi:type="dcterms:W3CDTF">2013-01-27T09:14:16Z</dcterms:created>
  <dcterms:modified xsi:type="dcterms:W3CDTF">2026-09-06T05:41:57Z</dcterms:modified>
  <cp:category/>
</cp:coreProperties>
</file>